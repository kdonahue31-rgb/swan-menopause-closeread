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B51D4FE-AC23-4019-9429-BE6FFA85469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M3_Demo_Cluster_Profiles_Normalized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007C8D9-DDBA-40F5-84D7-B7F73AF7731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11/16/25 7:26:11 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seline Cluster Profiles" id="2" name="slide2">
            <a:extLst>
              <a:ext uri="{FF2B5EF4-FFF2-40B4-BE49-F238E27FC236}">
                <a16:creationId xmlns:a16="http://schemas.microsoft.com/office/drawing/2014/main" id="{CE20DCB4-FDB5-450C-B1AF-DAAED49B4C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ll Visits Trajectory Analysis" id="3" name="slide3">
            <a:extLst>
              <a:ext uri="{FF2B5EF4-FFF2-40B4-BE49-F238E27FC236}">
                <a16:creationId xmlns:a16="http://schemas.microsoft.com/office/drawing/2014/main" id="{3FCAFE06-8EA2-4C46-819A-B3DDEFD7FF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2025-11-17T00:26:11Z</dcterms:created>
  <dcterms:modified xsi:type="dcterms:W3CDTF">2025-11-17T00:26:11Z</dcterms:modified>
</cp:coreProperties>
</file>