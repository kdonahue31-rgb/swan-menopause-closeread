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355F5CC-F45D-4EB7-A7E1-79A61C408F0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All Visits Menopasual Stage Trajectory Analysis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6515BEE-28E8-482D-9183-61FBE6DEA68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11/16/25 8:10:55 PM 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2" name="slide2">
            <a:extLst>
              <a:ext uri="{FF2B5EF4-FFF2-40B4-BE49-F238E27FC236}">
                <a16:creationId xmlns:a16="http://schemas.microsoft.com/office/drawing/2014/main" id="{0B14A9C5-1E93-44BF-AC92-E81B955A59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41" y="0"/>
            <a:ext cx="10574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2025-11-17T01:10:55Z</dcterms:created>
  <dcterms:modified xsi:type="dcterms:W3CDTF">2025-11-17T01:10:55Z</dcterms:modified>
</cp:coreProperties>
</file>